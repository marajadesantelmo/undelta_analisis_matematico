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Análisis Matemático 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5486400" cy="64008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8EF0"/>
                </a:solidFill>
              </a:rPr>
              <a:t>Clase 1: Introducción y el Concepto de Función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Ciencias de Datos – Comisión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A500"/>
                </a:solidFill>
              </a:rPr>
              <a:t>Docentes: Facundo Lastra  ·  Pablo Verón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¿Qué haremos hoy?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CCD6E8"/>
                </a:solidFill>
              </a:rPr>
              <a:t>• Presentación, modalidad y condiciones de cursada.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CCD6E8"/>
                </a:solidFill>
              </a:rPr>
              <a:t>• El corazón de la materia: ¿Qué es una función?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CCD6E8"/>
                </a:solidFill>
              </a:rPr>
              <a:t>• El rol vital de las funciones en la Ciencia de Datos.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CCD6E8"/>
                </a:solidFill>
              </a:rPr>
              <a:t>• Ejemplo práctico: Análisis de una señal.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CCD6E8"/>
                </a:solidFill>
              </a:rPr>
              <a:t>• Herramientas: Uso de IA y simuladores.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CCD6E8"/>
                </a:solidFill>
              </a:rPr>
              <a:t>• Reflexión: La matemática como búsqueda de patrones.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CCD6E8"/>
                </a:solidFill>
              </a:rPr>
              <a:t>• Actividad interactiva de cierre.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¿Cómo vamos a trabajar?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500" i="1">
                <a:solidFill>
                  <a:srgbClr val="F0A500"/>
                </a:solidFill>
              </a:rPr>
              <a:t>Ver programa de la materia en el campus</a:t>
            </a:r>
            <a:endParaRPr sz="1500" b="0" i="1">
              <a:solidFill>
                <a:srgbClr val="F0A5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Días y horarios de clases (teóricas y prácticas).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Condiciones de regularidad y promoción.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Fechas importantes (parciales).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Canales de comunicación (Campus, foros, etc.).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Nuestro primer gran objetivo: La Función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</a:rPr>
              <a:t>En matemática, una función es mucho más que una fórmula; es una regla de asignación.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0972800" cy="22860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09728" cy="2286000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</a:rPr>
              <a:t>Definición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Es una regla que a cada elemento de un conjunto de partida (llamado Dominio) le asigna un ÚNICO elemento de un conjunto de llegada (llamado Codominio o Imagen).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8EF0"/>
                </a:solidFill>
              </a:rPr>
              <a:t>Dominio   →   f( )   →   Codominio / Imagen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¿Por qué estudiamos esto en Ciencias de Datos?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8"/>
                </a:solidFill>
              </a:rPr>
              <a:t>El enfoque cambia radicalmente según lo que estemos haciendo. Es clave entender esta diferencia: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5303520" cy="384048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303520" cy="109728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8EF0"/>
                </a:solidFill>
              </a:rPr>
              <a:t>En Análisis Matemático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Ya conocemos la función y nos dedicamos a estudiar sus propiedades: sus límites, cómo crece, dónde tiene máximos o mínimos.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303520" cy="384048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303520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A500"/>
                </a:solidFill>
              </a:rPr>
              <a:t>En Ciencia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6324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Tenemos un montón de datos (ejemplos del mundo real) y nuestro objetivo es intentar aproximar funciones desconocidas que expliquen esos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Cambio de Paradigma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303520" cy="25603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91440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8EF0"/>
                </a:solidFill>
              </a:rPr>
              <a:t>Análisis Matemático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Tenemos la regla y los datos de entrada,
calculamos la salida.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y = f(x)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303520" cy="25603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30352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Tenemos los datos de entrada y salida,
y queremos que la computadora "aprenda" la regla.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346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(x, y)  →  f̂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124712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A500"/>
                </a:solidFill>
              </a:rPr>
              <a:t>La Ciencia de Datos es, en el fondo:
Teoría de Aproximación + Optimización.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Analizando una Señal de Radio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6858000" cy="5120640"/>
          </a:xfrm>
          <a:prstGeom prst="rect">
            <a:avLst/>
          </a:prstGeom>
          <a:solidFill>
            <a:srgbClr val="1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Preguntas para debatir: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116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CCD6E8"/>
                </a:solidFill>
              </a:rPr>
              <a:t>• a.  ¿Cuál es la amplitud máxima alcanzada?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E8"/>
                </a:solidFill>
              </a:rPr>
              <a:t>• b.  ¿En qué instantes la señal tuvo 3 000 cm de amplitud?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E8"/>
                </a:solidFill>
              </a:rPr>
              <a:t>• c.  ¿Qué amplitud se produce a los 2 segundos?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CCD6E8"/>
                </a:solidFill>
              </a:rPr>
              <a:t>• d.  ¿En qué intervalos la amplitud se mantuvo constante?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A86F70-8E60-4806-4086-545DE2CD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1725930"/>
            <a:ext cx="5948680" cy="44726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Usando IA para visualizar matemática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8"/>
                </a:solidFill>
              </a:rPr>
              <a:t>La Inteligencia Artificial no es solo para escribir textos, es una excelente herramienta para explorar conceptos matemáticos.</a:t>
            </a:r>
            <a:r>
              <a:rPr lang="de-DE" sz="1900" b="0" i="0">
                <a:solidFill>
                  <a:srgbClr val="CCD6E8"/>
                </a:solidFill>
              </a:rPr>
              <a:t> Pero hay que saber como usarla para evitar el </a:t>
            </a:r>
            <a:r>
              <a:rPr lang="de-DE" sz="1900" b="1" i="0">
                <a:solidFill>
                  <a:srgbClr val="CCD6E8"/>
                </a:solidFill>
              </a:rPr>
              <a:t>sedentarismo cognitivo</a:t>
            </a:r>
            <a:endParaRPr sz="1900" b="1" i="0">
              <a:solidFill>
                <a:srgbClr val="CCD6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11247120" cy="3474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09728" cy="34747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A500"/>
                </a:solidFill>
              </a:rPr>
              <a:t>Actividad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800" b="0" i="0">
                <a:solidFill>
                  <a:srgbClr val="FFFFFF"/>
                </a:solidFill>
              </a:rPr>
              <a:t>A</a:t>
            </a:r>
            <a:r>
              <a:rPr sz="1800" b="0" i="0">
                <a:solidFill>
                  <a:srgbClr val="FFFFFF"/>
                </a:solidFill>
              </a:rPr>
              <a:t>bri</a:t>
            </a:r>
            <a:r>
              <a:rPr lang="de-DE" sz="1800" b="0" i="0">
                <a:solidFill>
                  <a:srgbClr val="FFFFFF"/>
                </a:solidFill>
              </a:rPr>
              <a:t>mos</a:t>
            </a:r>
            <a:r>
              <a:rPr sz="1800" b="0" i="0">
                <a:solidFill>
                  <a:srgbClr val="FFFFFF"/>
                </a:solidFill>
              </a:rPr>
              <a:t> ChatGPT</a:t>
            </a:r>
            <a:r>
              <a:rPr lang="de-DE">
                <a:solidFill>
                  <a:srgbClr val="FFFFFF"/>
                </a:solidFill>
              </a:rPr>
              <a:t>, </a:t>
            </a:r>
            <a:r>
              <a:rPr sz="1800" b="0" i="0">
                <a:solidFill>
                  <a:srgbClr val="FFFFFF"/>
                </a:solidFill>
              </a:rPr>
              <a:t>Gemini</a:t>
            </a:r>
            <a:r>
              <a:rPr lang="de-DE" sz="1800" b="0" i="0">
                <a:solidFill>
                  <a:srgbClr val="FFFFFF"/>
                </a:solidFill>
              </a:rPr>
              <a:t> o DeepSeek </a:t>
            </a:r>
            <a:r>
              <a:rPr sz="1800" b="0" i="0">
                <a:solidFill>
                  <a:srgbClr val="FFFFFF"/>
                </a:solidFill>
              </a:rPr>
              <a:t>y mostr</a:t>
            </a:r>
            <a:r>
              <a:rPr lang="de-DE" sz="1800" b="0" i="0">
                <a:solidFill>
                  <a:srgbClr val="FFFFFF"/>
                </a:solidFill>
              </a:rPr>
              <a:t>amos</a:t>
            </a:r>
            <a:r>
              <a:rPr sz="1800" b="0" i="0">
                <a:solidFill>
                  <a:srgbClr val="FFFFFF"/>
                </a:solidFill>
              </a:rPr>
              <a:t> cómo pedirle a la IA que:
  •  Genere ejemplos reales de funciones lineales.
  •  Explique cómo se aplica una función lineal en un modelo predictivo sencillo.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1F8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La matemática como lente para ver el mundo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12" y="1463040"/>
            <a:ext cx="105156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La matemática se trata de buscar patrones, representarlos, tomar supuestos y ver sus efectos.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Es un lenguaje para representar la realidad (como el braille o una partitura musical).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Conocer implica cambiar la perspectiva: una ecuación nos permite ver un mismo problema desde diferentes ángulos.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CCD6E8"/>
                </a:solidFill>
              </a:rPr>
              <a:t>• Entender es poder abstraer.
     Ejemplo: Reconocer el patrón de una letra , sin importar su tipografía, tamaño o color.   La matemática nos da el poder para hacer eso con los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1F8EF0"/>
                </a:solidFill>
              </a:rPr>
              <a:t>(Basados en la charla de Roger Antonsen)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0A500"/>
                </a:solidFill>
              </a:rPr>
              <a:t>¡Manos a la obra!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Instrucciones: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6E8"/>
                </a:solidFill>
              </a:rPr>
              <a:t>1.  Ingresen desde sus computadoras o celulares a la aplicación interactiva.
2.  Exploren los parámetros y vean cómo cambian los gráficos.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11247120" cy="1371600"/>
          </a:xfrm>
          <a:prstGeom prst="rect">
            <a:avLst/>
          </a:prstGeom>
          <a:solidFill>
            <a:srgbClr val="08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1124712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500"/>
                </a:solidFill>
              </a:rPr>
              <a:t>https://undelta-ami.streamlit.app/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Análisis Matemático I  ·  Ciencias de Datos – Comisión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Personalizado</PresentationFormat>
  <Paragraphs>58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Facundo Lastra</cp:lastModifiedBy>
  <cp:revision>2</cp:revision>
  <dcterms:created xsi:type="dcterms:W3CDTF">2013-01-27T09:14:16Z</dcterms:created>
  <dcterms:modified xsi:type="dcterms:W3CDTF">2026-03-23T13:04:24Z</dcterms:modified>
  <cp:category/>
</cp:coreProperties>
</file>